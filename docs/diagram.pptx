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14"/>
  </p:normalViewPr>
  <p:slideViewPr>
    <p:cSldViewPr snapToGrid="0">
      <p:cViewPr varScale="1">
        <p:scale>
          <a:sx n="35" d="100"/>
          <a:sy n="35" d="100"/>
        </p:scale>
        <p:origin x="23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,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, and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,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CDAFD05-0EE3-A000-3883-287F79721423}"/>
              </a:ext>
            </a:extLst>
          </p:cNvPr>
          <p:cNvGrpSpPr/>
          <p:nvPr/>
        </p:nvGrpSpPr>
        <p:grpSpPr>
          <a:xfrm>
            <a:off x="4009762" y="480851"/>
            <a:ext cx="15521822" cy="12754297"/>
            <a:chOff x="5105636" y="1830946"/>
            <a:chExt cx="10791274" cy="10191831"/>
          </a:xfrm>
        </p:grpSpPr>
        <p:sp>
          <p:nvSpPr>
            <p:cNvPr id="199" name="Pitloom SBOM generator"/>
            <p:cNvSpPr/>
            <p:nvPr/>
          </p:nvSpPr>
          <p:spPr>
            <a:xfrm>
              <a:off x="12774426" y="2331809"/>
              <a:ext cx="3122484" cy="1987847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 dirty="0">
                  <a:solidFill>
                    <a:schemeClr val="tx1"/>
                  </a:solidFill>
                </a:rPr>
                <a:t>SBOM generator</a:t>
              </a:r>
            </a:p>
          </p:txBody>
        </p:sp>
        <p:sp>
          <p:nvSpPr>
            <p:cNvPr id="200" name="AI models"/>
            <p:cNvSpPr/>
            <p:nvPr/>
          </p:nvSpPr>
          <p:spPr>
            <a:xfrm>
              <a:off x="5322287" y="7067567"/>
              <a:ext cx="2297920" cy="12700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>
                  <a:solidFill>
                    <a:schemeClr val="tx1"/>
                  </a:solidFill>
                </a:rPr>
                <a:t>AI models</a:t>
              </a:r>
            </a:p>
          </p:txBody>
        </p:sp>
        <p:sp>
          <p:nvSpPr>
            <p:cNvPr id="201" name="Project description"/>
            <p:cNvSpPr/>
            <p:nvPr/>
          </p:nvSpPr>
          <p:spPr>
            <a:xfrm>
              <a:off x="5297217" y="5385911"/>
              <a:ext cx="2773795" cy="12700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>
                  <a:solidFill>
                    <a:schemeClr val="tx1"/>
                  </a:solidFill>
                </a:rPr>
                <a:t>Project description</a:t>
              </a:r>
            </a:p>
          </p:txBody>
        </p:sp>
        <p:sp>
          <p:nvSpPr>
            <p:cNvPr id="202" name="Dataset"/>
            <p:cNvSpPr/>
            <p:nvPr/>
          </p:nvSpPr>
          <p:spPr>
            <a:xfrm>
              <a:off x="7702623" y="6790839"/>
              <a:ext cx="1845409" cy="12700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>
                  <a:solidFill>
                    <a:schemeClr val="tx1"/>
                  </a:solidFill>
                </a:rPr>
                <a:t>Dataset</a:t>
              </a:r>
            </a:p>
          </p:txBody>
        </p:sp>
        <p:sp>
          <p:nvSpPr>
            <p:cNvPr id="203" name="Rectangle"/>
            <p:cNvSpPr/>
            <p:nvPr/>
          </p:nvSpPr>
          <p:spPr>
            <a:xfrm>
              <a:off x="5105636" y="5194331"/>
              <a:ext cx="4532698" cy="3346362"/>
            </a:xfrm>
            <a:prstGeom prst="rect">
              <a:avLst/>
            </a:prstGeom>
            <a:ln w="63500">
              <a:solidFill>
                <a:srgbClr val="0000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05" name="Metadata extraction"/>
            <p:cNvSpPr txBox="1"/>
            <p:nvPr/>
          </p:nvSpPr>
          <p:spPr>
            <a:xfrm>
              <a:off x="8446317" y="5084265"/>
              <a:ext cx="2021253" cy="933589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rgbClr val="000000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anchor="ctr">
              <a:spAutoFit/>
            </a:bodyPr>
            <a:lstStyle/>
            <a:p>
              <a:pPr algn="ctr">
                <a:defRPr sz="3000"/>
              </a:pPr>
              <a:r>
                <a:t>Metadata</a:t>
              </a:r>
              <a:br/>
              <a:r>
                <a:t>extraction</a:t>
              </a:r>
            </a:p>
          </p:txBody>
        </p:sp>
        <p:sp>
          <p:nvSpPr>
            <p:cNvPr id="206" name="Model repository"/>
            <p:cNvSpPr/>
            <p:nvPr/>
          </p:nvSpPr>
          <p:spPr>
            <a:xfrm>
              <a:off x="6889862" y="10591864"/>
              <a:ext cx="2773795" cy="12700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>
                  <a:solidFill>
                    <a:schemeClr val="tx1"/>
                  </a:solidFill>
                </a:rPr>
                <a:t>Model repository</a:t>
              </a:r>
            </a:p>
          </p:txBody>
        </p:sp>
        <p:sp>
          <p:nvSpPr>
            <p:cNvPr id="207" name="Software repository"/>
            <p:cNvSpPr/>
            <p:nvPr/>
          </p:nvSpPr>
          <p:spPr>
            <a:xfrm>
              <a:off x="6328179" y="9164930"/>
              <a:ext cx="2773795" cy="12700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>
                  <a:solidFill>
                    <a:schemeClr val="tx1"/>
                  </a:solidFill>
                </a:rPr>
                <a:t>Software repository</a:t>
              </a:r>
            </a:p>
          </p:txBody>
        </p:sp>
        <p:sp>
          <p:nvSpPr>
            <p:cNvPr id="208" name="Rectangle"/>
            <p:cNvSpPr/>
            <p:nvPr/>
          </p:nvSpPr>
          <p:spPr>
            <a:xfrm>
              <a:off x="6144824" y="9000012"/>
              <a:ext cx="3658610" cy="3022765"/>
            </a:xfrm>
            <a:prstGeom prst="rect">
              <a:avLst/>
            </a:prstGeom>
            <a:ln w="63500">
              <a:solidFill>
                <a:srgbClr val="0000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10" name="API"/>
            <p:cNvSpPr txBox="1"/>
            <p:nvPr/>
          </p:nvSpPr>
          <p:spPr>
            <a:xfrm>
              <a:off x="9233208" y="8834566"/>
              <a:ext cx="1145501" cy="518091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rgbClr val="000000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anchor="ctr">
              <a:spAutoFit/>
            </a:bodyPr>
            <a:lstStyle>
              <a:lvl1pPr algn="ctr">
                <a:defRPr sz="3000"/>
              </a:lvl1pPr>
            </a:lstStyle>
            <a:p>
              <a:r>
                <a:t>API</a:t>
              </a:r>
            </a:p>
          </p:txBody>
        </p:sp>
        <p:sp>
          <p:nvSpPr>
            <p:cNvPr id="211" name="Source code"/>
            <p:cNvSpPr/>
            <p:nvPr/>
          </p:nvSpPr>
          <p:spPr>
            <a:xfrm>
              <a:off x="5792409" y="2043732"/>
              <a:ext cx="2773795" cy="12700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>
                  <a:solidFill>
                    <a:schemeClr val="tx1"/>
                  </a:solidFill>
                </a:rPr>
                <a:t>Source code</a:t>
              </a:r>
            </a:p>
          </p:txBody>
        </p:sp>
        <p:sp>
          <p:nvSpPr>
            <p:cNvPr id="212" name="Software artefacts"/>
            <p:cNvSpPr/>
            <p:nvPr/>
          </p:nvSpPr>
          <p:spPr>
            <a:xfrm>
              <a:off x="6157819" y="3424522"/>
              <a:ext cx="2773795" cy="12700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>
                  <a:solidFill>
                    <a:schemeClr val="tx1"/>
                  </a:solidFill>
                </a:rPr>
                <a:t>Software artefacts</a:t>
              </a:r>
            </a:p>
          </p:txBody>
        </p:sp>
        <p:sp>
          <p:nvSpPr>
            <p:cNvPr id="213" name="Rectangle"/>
            <p:cNvSpPr/>
            <p:nvPr/>
          </p:nvSpPr>
          <p:spPr>
            <a:xfrm>
              <a:off x="5562509" y="1830946"/>
              <a:ext cx="3529725" cy="2989573"/>
            </a:xfrm>
            <a:prstGeom prst="rect">
              <a:avLst/>
            </a:prstGeom>
            <a:ln w="63500">
              <a:solidFill>
                <a:srgbClr val="0000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15" name="SPDX tag/text extraction"/>
            <p:cNvSpPr txBox="1"/>
            <p:nvPr/>
          </p:nvSpPr>
          <p:spPr>
            <a:xfrm>
              <a:off x="8774220" y="2214303"/>
              <a:ext cx="2631406" cy="933589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rgbClr val="000000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anchor="ctr">
              <a:spAutoFit/>
            </a:bodyPr>
            <a:lstStyle>
              <a:lvl1pPr algn="ctr">
                <a:defRPr sz="3000"/>
              </a:lvl1pPr>
            </a:lstStyle>
            <a:p>
              <a:r>
                <a:t>SPDX tag/text extraction</a:t>
              </a:r>
            </a:p>
          </p:txBody>
        </p:sp>
        <p:sp>
          <p:nvSpPr>
            <p:cNvPr id="216" name="SPDX 3 JSON"/>
            <p:cNvSpPr/>
            <p:nvPr/>
          </p:nvSpPr>
          <p:spPr>
            <a:xfrm>
              <a:off x="12774426" y="6232512"/>
              <a:ext cx="3122484" cy="1270001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>
                  <a:solidFill>
                    <a:schemeClr val="tx1"/>
                  </a:solidFill>
                </a:rPr>
                <a:t>SPDX 3 JSON</a:t>
              </a:r>
            </a:p>
          </p:txBody>
        </p:sp>
        <p:sp>
          <p:nvSpPr>
            <p:cNvPr id="218" name="Conformance Checker"/>
            <p:cNvSpPr/>
            <p:nvPr/>
          </p:nvSpPr>
          <p:spPr>
            <a:xfrm>
              <a:off x="12774426" y="9571425"/>
              <a:ext cx="3122484" cy="1270001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>
                  <a:solidFill>
                    <a:schemeClr val="tx1"/>
                  </a:solidFill>
                </a:rPr>
                <a:t>Conformance Checker</a:t>
              </a:r>
            </a:p>
          </p:txBody>
        </p:sp>
        <p:cxnSp>
          <p:nvCxnSpPr>
            <p:cNvPr id="3" name="Curved Connector 2">
              <a:extLst>
                <a:ext uri="{FF2B5EF4-FFF2-40B4-BE49-F238E27FC236}">
                  <a16:creationId xmlns:a16="http://schemas.microsoft.com/office/drawing/2014/main" id="{4438257E-4EE4-12B4-202F-397E2EDFE5AD}"/>
                </a:ext>
              </a:extLst>
            </p:cNvPr>
            <p:cNvCxnSpPr>
              <a:stCxn id="215" idx="3"/>
              <a:endCxn id="199" idx="1"/>
            </p:cNvCxnSpPr>
            <p:nvPr/>
          </p:nvCxnSpPr>
          <p:spPr>
            <a:xfrm>
              <a:off x="11405626" y="2681098"/>
              <a:ext cx="1368800" cy="644635"/>
            </a:xfrm>
            <a:prstGeom prst="curvedConnector3">
              <a:avLst>
                <a:gd name="adj1" fmla="val 50000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" name="Curved Connector 4">
              <a:extLst>
                <a:ext uri="{FF2B5EF4-FFF2-40B4-BE49-F238E27FC236}">
                  <a16:creationId xmlns:a16="http://schemas.microsoft.com/office/drawing/2014/main" id="{73B01273-2D1E-AEC2-7038-81B130F405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7570" y="3424522"/>
              <a:ext cx="2306856" cy="1961389"/>
            </a:xfrm>
            <a:prstGeom prst="curvedConnector3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Curved Connector 10">
              <a:extLst>
                <a:ext uri="{FF2B5EF4-FFF2-40B4-BE49-F238E27FC236}">
                  <a16:creationId xmlns:a16="http://schemas.microsoft.com/office/drawing/2014/main" id="{9ADE1807-ABE8-8CB7-E84D-2281E6B45FDB}"/>
                </a:ext>
              </a:extLst>
            </p:cNvPr>
            <p:cNvCxnSpPr>
              <a:stCxn id="210" idx="3"/>
              <a:endCxn id="199" idx="1"/>
            </p:cNvCxnSpPr>
            <p:nvPr/>
          </p:nvCxnSpPr>
          <p:spPr>
            <a:xfrm flipV="1">
              <a:off x="10378709" y="3325733"/>
              <a:ext cx="2395717" cy="5767879"/>
            </a:xfrm>
            <a:prstGeom prst="curvedConnector3">
              <a:avLst>
                <a:gd name="adj1" fmla="val 50000"/>
              </a:avLst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19F0A30E-7B1B-9E32-0556-29A15C6BB13A}"/>
                </a:ext>
              </a:extLst>
            </p:cNvPr>
            <p:cNvCxnSpPr>
              <a:stCxn id="199" idx="2"/>
              <a:endCxn id="216" idx="0"/>
            </p:cNvCxnSpPr>
            <p:nvPr/>
          </p:nvCxnSpPr>
          <p:spPr>
            <a:xfrm rot="5400000">
              <a:off x="13379240" y="5276084"/>
              <a:ext cx="1912856" cy="12700"/>
            </a:xfrm>
            <a:prstGeom prst="curvedConnector3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Curved Connector 14">
              <a:extLst>
                <a:ext uri="{FF2B5EF4-FFF2-40B4-BE49-F238E27FC236}">
                  <a16:creationId xmlns:a16="http://schemas.microsoft.com/office/drawing/2014/main" id="{FE072D50-F3C6-26C2-0B0D-3AF8FA09F291}"/>
                </a:ext>
              </a:extLst>
            </p:cNvPr>
            <p:cNvCxnSpPr>
              <a:stCxn id="216" idx="2"/>
              <a:endCxn id="218" idx="0"/>
            </p:cNvCxnSpPr>
            <p:nvPr/>
          </p:nvCxnSpPr>
          <p:spPr>
            <a:xfrm rot="5400000">
              <a:off x="13301212" y="8536969"/>
              <a:ext cx="2068912" cy="12700"/>
            </a:xfrm>
            <a:prstGeom prst="curvedConnector3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29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Helvetica Neue</vt:lpstr>
      <vt:lpstr>Helvetica Neue Medium</vt:lpstr>
      <vt:lpstr>21_BasicWhite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Arthit Suriyawongkul</cp:lastModifiedBy>
  <cp:revision>2</cp:revision>
  <dcterms:modified xsi:type="dcterms:W3CDTF">2026-10-21T11:49:13Z</dcterms:modified>
</cp:coreProperties>
</file>